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Operating System Concepts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Understanding the fundamentals of operating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Introduction to Operating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AD3E0"/>
                </a:solidFill>
              </a:rPr>
              <a:t>• Operating systems manage computer hardware resources efficiently always
• Providing a platform for running application software seamlessly always
• Controlling input output devices and memory allocation effectively
• Enabling multitasking and multithreading capabilities simultaneously
• Supporting various file systems and storage devices securely</a:t>
            </a:r>
          </a:p>
        </p:txBody>
      </p:sp>
      <p:pic>
        <p:nvPicPr>
          <p:cNvPr id="5" name="Picture 4" descr="tmpgtr4f9p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82296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Process Management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AD3E0"/>
                </a:solidFill>
              </a:rPr>
              <a:t>• Processes are independent units of execution and computation always
• Threads are lightweight processes sharing resources efficiently always
• Context switching enables process scheduling and switching quickly
• Synchronization mechanisms prevent data inconsistencies always
• Deadlock prevention and avoidance techniques are essential always</a:t>
            </a:r>
          </a:p>
        </p:txBody>
      </p:sp>
      <p:pic>
        <p:nvPicPr>
          <p:cNvPr id="5" name="Picture 4" descr="tmpe9_p2qf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82296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Memory Management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AD3E0"/>
                </a:solidFill>
              </a:rPr>
              <a:t>• Memory allocation and deallocation are critical system functions always
• Paging and segmentation enable efficient memory utilization always
• Virtual memory extends physical memory capacity effectively always
• Cache memory improves system performance significantly always
• Memory protection mechanisms prevent data corruption always</a:t>
            </a:r>
          </a:p>
        </p:txBody>
      </p:sp>
      <p:pic>
        <p:nvPicPr>
          <p:cNvPr id="5" name="Picture 4" descr="tmpkuvustl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82296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File System and Storage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AD3E0"/>
                </a:solidFill>
              </a:rPr>
              <a:t>• File systems provide a hierarchical organization of data always
• Storage devices such as disks and tapes store data persistently
• File allocation methods optimize storage space utilization always
• File protection and security mechanisms prevent unauthorized access
• Disk scheduling algorithms optimize data retrieval and storage</a:t>
            </a:r>
          </a:p>
        </p:txBody>
      </p:sp>
      <p:pic>
        <p:nvPicPr>
          <p:cNvPr id="5" name="Picture 4" descr="tmp5yxwu8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82296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 and Networking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AD3E0"/>
                </a:solidFill>
              </a:rPr>
              <a:t>• Security mechanisms prevent unauthorized system access always
• Firewalls and intrusion detection systems protect networks always
• Networking protocols enable communication between devices always
• Encryption methods secure data transmission and storage always
• Access control mechanisms regulate user privileges effectively</a:t>
            </a:r>
          </a:p>
        </p:txBody>
      </p:sp>
      <p:pic>
        <p:nvPicPr>
          <p:cNvPr id="5" name="Picture 4" descr="tmpnfarbn9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82296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00B4D8"/>
                </a:solidFill>
              </a:rPr>
              <a:t>Operating system concepts are fundamental to understanding computer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37744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AD3E0"/>
                </a:solidFill>
              </a:rPr>
              <a:t>  process management
  memory management
  file system management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