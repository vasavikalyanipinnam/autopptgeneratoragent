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Stars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star is a massive, luminous sphere of plasma held together by its own gravity.</a:t>
            </a:r>
          </a:p>
          <a:p>
            <a:pPr/>
            <a:r>
              <a:t>The life cycle of a star is the sequence of stages a star undergoes from its formation to its death.</a:t>
            </a:r>
          </a:p>
          <a:p>
            <a:pPr/>
            <a:r>
              <a:t>The life cycle of a star depends on its mass.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Protostar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star forms from a giant molecular cloud.</a:t>
            </a:r>
          </a:p>
          <a:p>
            <a:pPr/>
            <a:r>
              <a:t>As the cloud collapses, it begins to spin faster and faster.</a:t>
            </a:r>
          </a:p>
          <a:p>
            <a:pPr/>
            <a:r>
              <a:t>The conservation of angular momentum causes the cloud to flatten into a disk shape.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star reaches the main sequence stage, where it fuses hydrogen into helium in its core.</a:t>
            </a:r>
          </a:p>
          <a:p>
            <a:pPr/>
            <a:r>
              <a:t>This is the longest stage of a star's life cycle.</a:t>
            </a:r>
          </a:p>
          <a:p>
            <a:pPr/>
            <a:r>
              <a:t>The star will remain in this stage for millions or billions of years, depending on its mass.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Giant and White Dwarf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 the star runs out of hydrogen fuel, it expands into a red giant.</a:t>
            </a:r>
          </a:p>
          <a:p>
            <a:pPr/>
            <a:r>
              <a:t>The star then sheds its outer layers, leaving behind a white dwarf.</a:t>
            </a:r>
          </a:p>
          <a:p>
            <a:pPr/>
            <a:r>
              <a:t>The white dwarf will slowly cool over time, eventually becoming a black dwarf.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Supernova and Black Hole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If the star is massive enough, it will end its life in a supernova explosion.</a:t>
            </a:r>
          </a:p>
          <a:p>
            <a:pPr/>
            <a:r>
              <a:t>The supernova explosion can be so powerful that it is visible from millions of light-years away.</a:t>
            </a:r>
          </a:p>
          <a:p>
            <a:pPr/>
            <a:r>
              <a:t>After the supernova, the star may leave behind either a neutron star or a black hole, depending on its mass.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